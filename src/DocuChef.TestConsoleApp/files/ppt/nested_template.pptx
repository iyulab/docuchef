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486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A13D49-3A11-4D46-AAFA-79B8554F2C09}" type="datetimeFigureOut">
              <a:rPr lang="ko-KR" altLang="en-US" smtClean="0"/>
              <a:t>2025-05-15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BE65D6-FC4B-4387-9677-FDDBE5B571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12340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BE65D6-FC4B-4387-9677-FDDBE5B571B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11374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BE65D6-FC4B-4387-9677-FDDBE5B571B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5371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67C52A-6ACB-F932-5FF8-ABA9EB31C2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1631F9-3683-BE73-9291-831099A550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C07F43-D444-BD13-484F-CD1693EF6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DEBD7-486B-43A9-948C-BB74824A90CF}" type="datetimeFigureOut">
              <a:rPr lang="ko-KR" altLang="en-US" smtClean="0"/>
              <a:t>2025-05-15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2ED1B0-3DDD-FEE0-0C62-6F363748C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883664-7249-4AB1-837C-C8BC9D1C6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24605-CD83-4736-B4E3-14B7EC7E5F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2018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BBC716-04F3-00CD-A62E-36CE2F769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2CC77E-7670-D07D-A309-A709EF7B7C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9356566-440A-D3F8-395A-0AD33D36D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DEBD7-486B-43A9-948C-BB74824A90CF}" type="datetimeFigureOut">
              <a:rPr lang="ko-KR" altLang="en-US" smtClean="0"/>
              <a:t>2025-05-15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AB9C61-8D10-4B5F-871D-BE3585407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D4C602-A9BF-C871-AE6E-08D1C210D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24605-CD83-4736-B4E3-14B7EC7E5F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02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AA9535-83CF-1132-298D-49BCA5FDC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37B1DD-E725-B9D9-0570-561DDE21D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F230EE-B2AA-A2C9-940F-9C0F06525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DEBD7-486B-43A9-948C-BB74824A90CF}" type="datetimeFigureOut">
              <a:rPr lang="ko-KR" altLang="en-US" smtClean="0"/>
              <a:t>2025-05-15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7E93A13-A5DB-DDE0-B95F-B571B2F3A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09F2B-7F9C-4755-085D-FD51F267E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24605-CD83-4736-B4E3-14B7EC7E5F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1007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F63CE9-7C6D-CB45-2F23-C84724BC3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D130C6-C41A-30E9-4D5E-5AB2E91679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1785F68-2D87-C2B4-97A5-5A9F73963E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E9437C2-0B55-1250-C1E8-9BA4AB902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DEBD7-486B-43A9-948C-BB74824A90CF}" type="datetimeFigureOut">
              <a:rPr lang="ko-KR" altLang="en-US" smtClean="0"/>
              <a:t>2025-05-15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801E919-FC35-6085-91CD-4C85090BB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560EA3-D1A0-8B7F-D5A6-1828621F2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24605-CD83-4736-B4E3-14B7EC7E5F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7402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C5180D-196D-FC75-49A8-9D8614168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4816E7-7F21-9018-8C86-0F775F1109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D33CF25-0634-629A-4317-47D5F594C9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7389035-B320-7243-428C-15BF0F15C5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A074EA6-4FDF-4D8D-4E42-2699C17430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F4FF441-15E3-1D57-32A0-6E047762D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DEBD7-486B-43A9-948C-BB74824A90CF}" type="datetimeFigureOut">
              <a:rPr lang="ko-KR" altLang="en-US" smtClean="0"/>
              <a:t>2025-05-15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51A5325-3362-00EC-5B80-86B4DFBDB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64D8A48-DF21-3467-7FC1-76A6282FD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24605-CD83-4736-B4E3-14B7EC7E5F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3524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BB1EBC-1CF5-2CE3-6F1D-EF63117D5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36E3440-9AFA-BEA1-3B5F-CE2C60E4D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DEBD7-486B-43A9-948C-BB74824A90CF}" type="datetimeFigureOut">
              <a:rPr lang="ko-KR" altLang="en-US" smtClean="0"/>
              <a:t>2025-05-15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0A0135-A607-8176-0A81-711E2348A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80191CF-EC4E-0BAC-6298-937D54B62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24605-CD83-4736-B4E3-14B7EC7E5F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5318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B37CDA4-02D9-3C63-DE69-FEC8E3169F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DEBD7-486B-43A9-948C-BB74824A90CF}" type="datetimeFigureOut">
              <a:rPr lang="ko-KR" altLang="en-US" smtClean="0"/>
              <a:t>2025-05-15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283924-50CD-5814-50A0-8D2A66AED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0FC974-CECC-EADE-A3F0-8AFA9608E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24605-CD83-4736-B4E3-14B7EC7E5F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40599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CED01-2B86-48F9-C294-D3E472171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130CE5-9EBA-8D12-9360-38DBFDF3EA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ACF1A1-D809-9A35-318C-1D791483A9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C04FD-D669-48B0-E57A-A97621811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DEBD7-486B-43A9-948C-BB74824A90CF}" type="datetimeFigureOut">
              <a:rPr lang="ko-KR" altLang="en-US" smtClean="0"/>
              <a:t>2025-05-15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5F3DD9-9616-EB58-6C70-2752B2A19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C320664-1A73-5709-0B8E-F6E5BC794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24605-CD83-4736-B4E3-14B7EC7E5F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179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2E0A02-FFAE-85D9-D2DB-C43BC5AAA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C571F90-7212-34BA-C586-44AB5D0F9B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FE40B42-8FF9-3A81-E453-47D86F29E9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566595-0612-A31F-BE09-978B4210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DEBD7-486B-43A9-948C-BB74824A90CF}" type="datetimeFigureOut">
              <a:rPr lang="ko-KR" altLang="en-US" smtClean="0"/>
              <a:t>2025-05-15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57AB0FA-A5AF-C89F-6C36-C0599D328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A8ECD2-3235-00D5-002B-743D8C693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24605-CD83-4736-B4E3-14B7EC7E5F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625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0C694F-2619-4544-52D5-8AE7BBBA0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6B21DED-9A0A-2C93-9176-12DD29F375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901DFD4-21E3-0DF6-50B6-ED6044538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DEBD7-486B-43A9-948C-BB74824A90CF}" type="datetimeFigureOut">
              <a:rPr lang="ko-KR" altLang="en-US" smtClean="0"/>
              <a:t>2025-05-15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7BFE60E-E4A8-37E6-0B79-25EBEDF29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00DF747-D05A-55C5-0260-C7D5996C8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24605-CD83-4736-B4E3-14B7EC7E5F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06784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F096A1B-AB57-02DD-DAB6-AF763F57B6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A60E090-A68D-8CE2-8608-2FCF81B42B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B93C1D-07E6-936E-E1BD-40C61EDA8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DEBD7-486B-43A9-948C-BB74824A90CF}" type="datetimeFigureOut">
              <a:rPr lang="ko-KR" altLang="en-US" smtClean="0"/>
              <a:t>2025-05-15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27FE838-9B00-F890-358C-D8BCFE8C8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A548B3-FE5B-A38E-817D-17F267433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24605-CD83-4736-B4E3-14B7EC7E5F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769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2870B12-0765-55BE-4A66-809C2DC4F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EAB0AF1-4DDF-DF4B-DC05-548028B0BC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5DE3EA-3009-5DEF-4B06-F743AACFD8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DDEBD7-486B-43A9-948C-BB74824A90CF}" type="datetimeFigureOut">
              <a:rPr lang="ko-KR" altLang="en-US" smtClean="0"/>
              <a:t>2025-05-15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C09B4E-92A0-018A-96A1-A03933B9F1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DB232B-A2BC-CC70-03B4-3D5175DAC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324605-CD83-4736-B4E3-14B7EC7E5F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80516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096BC9-5728-36C0-C0DA-A63AA86C0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10861"/>
            <a:ext cx="9144000" cy="2387600"/>
          </a:xfrm>
        </p:spPr>
        <p:txBody>
          <a:bodyPr/>
          <a:lstStyle/>
          <a:p>
            <a:r>
              <a:rPr lang="en-US" altLang="ko-KR"/>
              <a:t>${PresentationTitle}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03DA0F9-11B4-C42B-8917-83766C6932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90536"/>
            <a:ext cx="9144000" cy="1655762"/>
          </a:xfrm>
        </p:spPr>
        <p:txBody>
          <a:bodyPr/>
          <a:lstStyle/>
          <a:p>
            <a:r>
              <a:rPr lang="en-US" altLang="ko-KR">
                <a:solidFill>
                  <a:schemeClr val="accent3"/>
                </a:solidFill>
              </a:rPr>
              <a:t>${</a:t>
            </a:r>
            <a:r>
              <a:rPr lang="en-US" altLang="ko-KR" u="sng">
                <a:solidFill>
                  <a:schemeClr val="accent3"/>
                </a:solidFill>
              </a:rPr>
              <a:t>PresentationSubtitle</a:t>
            </a:r>
            <a:r>
              <a:rPr lang="en-US" altLang="ko-KR">
                <a:solidFill>
                  <a:schemeClr val="accent3"/>
                </a:solidFill>
              </a:rPr>
              <a:t>}</a:t>
            </a:r>
            <a:endParaRPr lang="ko-KR" altLang="en-US">
              <a:solidFill>
                <a:schemeClr val="accent3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E6C1D67-6E23-EA2D-DB25-825D2CA9338F}"/>
              </a:ext>
            </a:extLst>
          </p:cNvPr>
          <p:cNvSpPr/>
          <p:nvPr/>
        </p:nvSpPr>
        <p:spPr>
          <a:xfrm>
            <a:off x="4882551" y="345057"/>
            <a:ext cx="2426898" cy="20128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/>
              <a:t>${ppt.Image(LogoPath)}</a:t>
            </a:r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6DA08B-8492-7F59-E8C1-162CC0F75229}"/>
              </a:ext>
            </a:extLst>
          </p:cNvPr>
          <p:cNvSpPr txBox="1"/>
          <p:nvPr/>
        </p:nvSpPr>
        <p:spPr>
          <a:xfrm>
            <a:off x="3967439" y="5061632"/>
            <a:ext cx="4257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i="1"/>
              <a:t>Created At: ${Date:yyyy</a:t>
            </a:r>
            <a:r>
              <a:rPr lang="ko-KR" altLang="en-US" i="1"/>
              <a:t>년 </a:t>
            </a:r>
            <a:r>
              <a:rPr lang="en-US" altLang="ko-KR" i="1"/>
              <a:t>MM</a:t>
            </a:r>
            <a:r>
              <a:rPr lang="ko-KR" altLang="en-US" i="1"/>
              <a:t>월 </a:t>
            </a:r>
            <a:r>
              <a:rPr lang="en-US" altLang="ko-KR" i="1"/>
              <a:t>dd</a:t>
            </a:r>
            <a:r>
              <a:rPr lang="ko-KR" altLang="en-US" i="1"/>
              <a:t>일</a:t>
            </a:r>
            <a:r>
              <a:rPr lang="en-US" altLang="ko-KR" i="1"/>
              <a:t>}</a:t>
            </a:r>
            <a:endParaRPr lang="ko-KR" altLang="en-US" i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E8EF63-8F46-1A0D-B627-F9D40F016500}"/>
              </a:ext>
            </a:extLst>
          </p:cNvPr>
          <p:cNvSpPr txBox="1"/>
          <p:nvPr/>
        </p:nvSpPr>
        <p:spPr>
          <a:xfrm>
            <a:off x="4453856" y="5562473"/>
            <a:ext cx="3284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b="1"/>
              <a:t>${CompanyName} </a:t>
            </a:r>
            <a:r>
              <a:rPr lang="en-US" altLang="ko-KR" i="1">
                <a:solidFill>
                  <a:schemeClr val="bg2">
                    <a:lumMod val="75000"/>
                  </a:schemeClr>
                </a:solidFill>
              </a:rPr>
              <a:t>Company</a:t>
            </a:r>
            <a:endParaRPr lang="ko-KR" altLang="en-US" i="1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8785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6D100B18-EF80-D3DF-D970-2D2249AFFF5E}"/>
              </a:ext>
            </a:extLst>
          </p:cNvPr>
          <p:cNvSpPr/>
          <p:nvPr/>
        </p:nvSpPr>
        <p:spPr>
          <a:xfrm>
            <a:off x="370937" y="293299"/>
            <a:ext cx="7433094" cy="10639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${Categories[0].Name}</a:t>
            </a:r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9DF30E-2F71-B300-B0FC-4608BA020A49}"/>
              </a:ext>
            </a:extLst>
          </p:cNvPr>
          <p:cNvSpPr txBox="1"/>
          <p:nvPr/>
        </p:nvSpPr>
        <p:spPr>
          <a:xfrm>
            <a:off x="370936" y="1679275"/>
            <a:ext cx="74330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${Categories[0].Description}</a:t>
            </a: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57CE37-71BD-E1E5-8A46-B6797C51EEED}"/>
              </a:ext>
            </a:extLst>
          </p:cNvPr>
          <p:cNvSpPr/>
          <p:nvPr/>
        </p:nvSpPr>
        <p:spPr>
          <a:xfrm>
            <a:off x="7982310" y="293299"/>
            <a:ext cx="3945148" cy="296748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altLang="ko-KR"/>
              <a:t>${ppt.Image(Categories[0].ImageUrl)}</a:t>
            </a:r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9F15D03-4740-62FA-F247-0CD1EA1FFAD0}"/>
              </a:ext>
            </a:extLst>
          </p:cNvPr>
          <p:cNvSpPr/>
          <p:nvPr/>
        </p:nvSpPr>
        <p:spPr>
          <a:xfrm>
            <a:off x="10811774" y="5664679"/>
            <a:ext cx="1115684" cy="948906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/>
              <a:t>${ppt.Image(LogoPath)}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05878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E182D44-9763-F473-DBE4-E6D8ED32D6CF}"/>
              </a:ext>
            </a:extLst>
          </p:cNvPr>
          <p:cNvSpPr/>
          <p:nvPr/>
        </p:nvSpPr>
        <p:spPr>
          <a:xfrm>
            <a:off x="370937" y="293299"/>
            <a:ext cx="11435750" cy="10639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${Categories_Name}</a:t>
            </a:r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E28CC0F-B9DF-3445-7982-2DCA9A6FACFC}"/>
              </a:ext>
            </a:extLst>
          </p:cNvPr>
          <p:cNvSpPr/>
          <p:nvPr/>
        </p:nvSpPr>
        <p:spPr>
          <a:xfrm>
            <a:off x="1886311" y="1708029"/>
            <a:ext cx="6962722" cy="1063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b="1"/>
              <a:t>${Categories_Products[0].Name}</a:t>
            </a:r>
            <a:br>
              <a:rPr lang="en-US" altLang="ko-KR"/>
            </a:br>
            <a:r>
              <a:rPr lang="en-US" altLang="ko-KR" sz="1100" i="1"/>
              <a:t>${Categories_Products[0].Description}</a:t>
            </a:r>
            <a:endParaRPr lang="ko-KR" altLang="en-US" i="1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7FDFA41-224D-1040-5782-08930258F2C8}"/>
              </a:ext>
            </a:extLst>
          </p:cNvPr>
          <p:cNvSpPr/>
          <p:nvPr/>
        </p:nvSpPr>
        <p:spPr>
          <a:xfrm>
            <a:off x="385314" y="1708029"/>
            <a:ext cx="1276710" cy="1063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${ppt.Image(Categories_Products[0].ImageUrl)}</a:t>
            </a:r>
            <a:endParaRPr lang="ko-KR" altLang="en-US" sz="11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B0406A-C40B-A843-E893-7EC1021F8B11}"/>
              </a:ext>
            </a:extLst>
          </p:cNvPr>
          <p:cNvSpPr txBox="1"/>
          <p:nvPr/>
        </p:nvSpPr>
        <p:spPr>
          <a:xfrm>
            <a:off x="7852397" y="2002231"/>
            <a:ext cx="39542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b="1"/>
              <a:t>${Categories_Products[0].Price:C2}</a:t>
            </a:r>
            <a:endParaRPr lang="ko-KR" altLang="en-US" b="1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6A99439-0C55-0C41-BDC3-3576532174F4}"/>
              </a:ext>
            </a:extLst>
          </p:cNvPr>
          <p:cNvSpPr/>
          <p:nvPr/>
        </p:nvSpPr>
        <p:spPr>
          <a:xfrm>
            <a:off x="1886311" y="3311670"/>
            <a:ext cx="6962722" cy="1063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b="1"/>
              <a:t>${Categories_Products[1].Name}</a:t>
            </a:r>
            <a:br>
              <a:rPr lang="en-US" altLang="ko-KR"/>
            </a:br>
            <a:r>
              <a:rPr lang="en-US" altLang="ko-KR" sz="1100" i="1"/>
              <a:t>${Categories_Products[1].Description}</a:t>
            </a:r>
            <a:endParaRPr lang="ko-KR" altLang="en-US" i="1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6547F4E-74D6-CFE4-4247-2F8581565938}"/>
              </a:ext>
            </a:extLst>
          </p:cNvPr>
          <p:cNvSpPr/>
          <p:nvPr/>
        </p:nvSpPr>
        <p:spPr>
          <a:xfrm>
            <a:off x="385314" y="3311670"/>
            <a:ext cx="1276710" cy="1063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${ppt.Image(Categories_Products[1].ImageUrl)}</a:t>
            </a:r>
            <a:endParaRPr lang="ko-KR" altLang="en-US" sz="11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31634D-F9E3-E11D-5B95-2EAC6F02F7B7}"/>
              </a:ext>
            </a:extLst>
          </p:cNvPr>
          <p:cNvSpPr txBox="1"/>
          <p:nvPr/>
        </p:nvSpPr>
        <p:spPr>
          <a:xfrm>
            <a:off x="7852397" y="3605872"/>
            <a:ext cx="39542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b="1"/>
              <a:t>${Categories_Products[1].Price:C2}</a:t>
            </a:r>
            <a:endParaRPr lang="ko-KR" altLang="en-US" b="1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FCBDF13-348C-00B3-BDB3-75D55E81723A}"/>
              </a:ext>
            </a:extLst>
          </p:cNvPr>
          <p:cNvSpPr/>
          <p:nvPr/>
        </p:nvSpPr>
        <p:spPr>
          <a:xfrm>
            <a:off x="1886311" y="4915311"/>
            <a:ext cx="6962722" cy="1063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b="1"/>
              <a:t>${Categories_Products[2].Name}</a:t>
            </a:r>
            <a:br>
              <a:rPr lang="en-US" altLang="ko-KR"/>
            </a:br>
            <a:r>
              <a:rPr lang="en-US" altLang="ko-KR" sz="1100" i="1"/>
              <a:t>${Categories_Products[2].Description}</a:t>
            </a:r>
            <a:endParaRPr lang="ko-KR" altLang="en-US" i="1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1FB2613-4FA4-F5EE-4E0F-885999A3D24F}"/>
              </a:ext>
            </a:extLst>
          </p:cNvPr>
          <p:cNvSpPr/>
          <p:nvPr/>
        </p:nvSpPr>
        <p:spPr>
          <a:xfrm>
            <a:off x="385314" y="4915311"/>
            <a:ext cx="1276710" cy="1063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${ppt.Image(Categories_Products[2].ImageUrl)}</a:t>
            </a:r>
            <a:endParaRPr lang="ko-KR" altLang="en-US" sz="11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18109B-EED7-8727-5CEF-C2CF88D8733C}"/>
              </a:ext>
            </a:extLst>
          </p:cNvPr>
          <p:cNvSpPr txBox="1"/>
          <p:nvPr/>
        </p:nvSpPr>
        <p:spPr>
          <a:xfrm>
            <a:off x="7852397" y="5209513"/>
            <a:ext cx="39542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b="1"/>
              <a:t>${Categories_Products[2].Price:C2}</a:t>
            </a:r>
            <a:endParaRPr lang="ko-KR" altLang="en-US" b="1"/>
          </a:p>
        </p:txBody>
      </p:sp>
    </p:spTree>
    <p:extLst>
      <p:ext uri="{BB962C8B-B14F-4D97-AF65-F5344CB8AC3E}">
        <p14:creationId xmlns:p14="http://schemas.microsoft.com/office/powerpoint/2010/main" val="1701855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198</Words>
  <Application>Microsoft Office PowerPoint</Application>
  <PresentationFormat>와이드스크린</PresentationFormat>
  <Paragraphs>21</Paragraphs>
  <Slides>3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${PresentationTitle}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uj jung</dc:creator>
  <cp:lastModifiedBy>uj jung</cp:lastModifiedBy>
  <cp:revision>11</cp:revision>
  <dcterms:created xsi:type="dcterms:W3CDTF">2025-05-15T02:36:26Z</dcterms:created>
  <dcterms:modified xsi:type="dcterms:W3CDTF">2025-05-15T02:53:22Z</dcterms:modified>
</cp:coreProperties>
</file>